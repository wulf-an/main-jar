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Interview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This presentation explains the common interview stages followed by many companies.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It helps candidates understand what to expect and how to prepare effectively.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1. Resume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Recruiters review your resume before scheduling an interview.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They check education, technical skills, projects, internships, certifications, achievements, and formatting.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Shortlist candidates who match the job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2. Introduction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First interaction with the interviewer.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Introduce yourself confidently.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Highlight education, experience, skills, and career goals.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Assess communication, confidence, and professionalism.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3. HR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HR evaluates attitude, career goals, motivation, ethics, and culture fit.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Explain why you want to join the company.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Determine overall suitability.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4. Behavioral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Questions are based on past experiences.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Assess teamwork, leadership, conflict resolution, and adaptability.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Use the STAR Method: Situation, Task, Action,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5. Situational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Respond to hypothetical workplace situations.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Demonstrate decision-making, prioritization, and problem-solving.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Predict future workplace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6. Technical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Demonstrate technical knowledge.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Explain projects, tools, technologies, and coding approach.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Verify technical competence.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7. Managerial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Conducted by the hiring manager.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Focuses on ownership, teamwork, leadership, prioritization, and responsibility.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Assess team 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8. Salary 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Discuss salary expectations, benefits, joining date, work location, notice period, and policies.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Purpose: Finalize employment terms.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Interview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1. Resume Screening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2. Introduction Round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3. HR Round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4. Behavioral Interview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5. Situational Interview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6. Technical Interview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7. Managerial Interview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8. Salary Negotiation &amp; Final HR Discussion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Note: The sequence may vary by company.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